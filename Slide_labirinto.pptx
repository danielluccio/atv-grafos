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59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6B26A-B071-4F47-BC6A-6AE291C5C9CB}" v="6" dt="2026-09-09T19:05:40.830"/>
    <p1510:client id="{E0BBAD3F-A747-431D-870B-2BE761DC8A6D}" v="58" dt="2026-09-09T19:48:18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5079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1078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85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151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Claro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Claro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Claro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Claro">
  <p:cSld name="BLANK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Claro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Claro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Claro">
  <p:cSld name="TITLE_ONL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Escuro">
  <p:cSld name="BLANK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subtítulo - Escuro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sz="4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Escuro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Escuro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Escuro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Escuro">
  <p:cSld name="BIG_NUMBER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Escuro">
  <p:cSld name="BIG_NUMBER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Escuro">
  <p:cSld name="BLANK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Claro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sz="33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Escuro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sz="3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pt-BR" b="1"/>
              <a:t>Título</a:t>
            </a:r>
            <a:endParaRPr b="1"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/>
              <a:t>Subtítulo</a:t>
            </a:r>
            <a:endParaRPr sz="20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000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b="1" i="1"/>
              <a:t>Alunos: Nomes - Matrícula</a:t>
            </a:r>
            <a:endParaRPr sz="1400" b="1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Orientador: Prof. Me. Ricardo Carubbi</a:t>
            </a:r>
            <a:endParaRPr sz="1400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Disciplina: Métodos Quantitativos</a:t>
            </a:r>
            <a:endParaRPr sz="1400" i="1"/>
          </a:p>
          <a:p>
            <a:pPr marL="0" marR="146268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Centro de Ciências Tecnológicas - CCT</a:t>
            </a:r>
            <a:endParaRPr sz="1400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Universidade de Fortaleza - UNIFOR</a:t>
            </a:r>
            <a:endParaRPr sz="14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5000"/>
              </a:lnSpc>
              <a:buSzPts val="3150"/>
            </a:pPr>
            <a:r>
              <a:rPr lang="pt-BR" sz="2850" b="1" dirty="0"/>
              <a:t>Problema B — Labirinto</a:t>
            </a:r>
            <a:endParaRPr sz="2850" b="1" dirty="0" err="1"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 b="1" dirty="0"/>
              <a:t>Enunciado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Labirinto em matriz: encontrar um caminho de A até B, andando só para cima, baixo, esquerda ou direita, sem cruzar paredes (#)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Entrada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n, m (linhas, colunas) e a matriz: . livre, # parede, A início, B fim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Saída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YES + comprimento e sequência de movimentos (U/D/L/R), ou NO se não houver caminho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Restrições</a:t>
            </a:r>
            <a:endParaRPr sz="1600" b="1" dirty="0"/>
          </a:p>
          <a:p>
            <a:pPr>
              <a:lnSpc>
                <a:spcPct val="105000"/>
              </a:lnSpc>
              <a:spcBef>
                <a:spcPts val="200"/>
              </a:spcBef>
              <a:buSzPts val="1400"/>
            </a:pPr>
            <a:r>
              <a:rPr lang="pt-BR" sz="1400" dirty="0"/>
              <a:t>1 ≤ n, m ≤ 1000 — matriz com até ~1 milhão de células, exige algoritmo linear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Modelagem</a:t>
            </a:r>
            <a:endParaRPr sz="2850" b="1"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 b="1" dirty="0"/>
              <a:t>Vértices e arestas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Vértices: cada célula livre da grade (., A ou B)</a:t>
            </a:r>
            <a:endParaRPr sz="1400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Arestas: ligam células adjacentes (cima/baixo/</a:t>
            </a:r>
            <a:r>
              <a:rPr lang="pt-BR" sz="1400" dirty="0" err="1"/>
              <a:t>esq</a:t>
            </a:r>
            <a:r>
              <a:rPr lang="pt-BR" sz="1400" dirty="0"/>
              <a:t>/</a:t>
            </a:r>
            <a:r>
              <a:rPr lang="pt-BR" sz="1400" dirty="0" err="1"/>
              <a:t>dir</a:t>
            </a:r>
            <a:r>
              <a:rPr lang="pt-BR" sz="1400" dirty="0"/>
              <a:t>) quando ambas são livres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Tipo de grafo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Não direcionado, não ponderado e implícito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Instância pequena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Matriz 5x5 com paredes; resultado esperado: YES, caminho de comprimento 3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Hipótese inicial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pt-BR" sz="1400" dirty="0"/>
              <a:t>BFS a partir de A, guardando predecessores para reconstruir o caminho até B</a:t>
            </a: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4029326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 b="1" dirty="0"/>
              <a:t>DFS: Busca em Profundidade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endParaRPr sz="24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48E505-DA39-B318-CD6D-32C7D23B8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4" y="1313038"/>
            <a:ext cx="8523111" cy="267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3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3069769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 b="1" dirty="0"/>
              <a:t>BFS: Busca em Largura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endParaRPr sz="24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3B2D8E-2158-68A8-3A60-1C61EF0EF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17" y="1034222"/>
            <a:ext cx="8071556" cy="354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0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4277682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450" dirty="0"/>
              <a:t>DFS vs. BFS no Labirinto</a:t>
            </a:r>
            <a:endParaRPr sz="24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FF65B2-A1EE-7026-49F9-8A9AEA182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73" y="739378"/>
            <a:ext cx="5793653" cy="417392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A0557725-CCF3-0388-59DB-484FF7B533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39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4277682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450" dirty="0"/>
              <a:t>Validação</a:t>
            </a:r>
            <a:endParaRPr sz="245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0557725-CCF3-0388-59DB-484FF7B533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81C47F-245E-C9E4-0776-0BB10F3B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4" y="623326"/>
            <a:ext cx="6492361" cy="42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0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Apresentação na tela (16:9)</PresentationFormat>
  <Paragraphs>31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Albert Sans</vt:lpstr>
      <vt:lpstr>Unifor</vt:lpstr>
      <vt:lpstr>Apresentação do PowerPoint</vt:lpstr>
      <vt:lpstr>Título</vt:lpstr>
      <vt:lpstr>Problema B — Labirinto</vt:lpstr>
      <vt:lpstr>Modelagem</vt:lpstr>
      <vt:lpstr>DFS: Busca em Profundidade </vt:lpstr>
      <vt:lpstr>BFS: Busca em Largura </vt:lpstr>
      <vt:lpstr>DFS vs. BFS no Labirinto</vt:lpstr>
      <vt:lpstr>Validação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Guilherme Machado</cp:lastModifiedBy>
  <cp:revision>14</cp:revision>
  <dcterms:modified xsi:type="dcterms:W3CDTF">2026-09-09T23:39:17Z</dcterms:modified>
</cp:coreProperties>
</file>